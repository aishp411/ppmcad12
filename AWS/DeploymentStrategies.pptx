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2" r:id="rId3"/>
    <p:sldId id="322" r:id="rId4"/>
    <p:sldId id="339" r:id="rId5"/>
    <p:sldId id="264" r:id="rId6"/>
    <p:sldId id="337" r:id="rId7"/>
    <p:sldId id="338" r:id="rId8"/>
    <p:sldId id="34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58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4A65-1FA7-291B-CE8C-5E6D2048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FDADB-2DCA-C35F-B7C3-7968810EF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AFEAB-3CEB-BA30-11AC-5EE8D7934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3666-AA39-F7C0-B759-50412EAB7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573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9C04A-B84C-5C71-365B-ECE80AA3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35DC2-628E-C7CC-7993-ACCCCCD97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28E68-5199-608F-3154-D3F72A9EC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B88A6-609D-DC78-9DB9-899EC5E69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61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8" y="2068973"/>
            <a:ext cx="8218711" cy="2372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Deployment 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Strategies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Deployment Strategies - Big Picture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54529" y="1384104"/>
            <a:ext cx="10129156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Purpose: Release new versions safely with minimal downtime.</a:t>
            </a:r>
          </a:p>
          <a:p>
            <a:pPr>
              <a:lnSpc>
                <a:spcPct val="150000"/>
              </a:lnSpc>
            </a:pPr>
            <a:r>
              <a:rPr lang="en-US" dirty="0"/>
              <a:t>Deployment strategies define </a:t>
            </a:r>
            <a:r>
              <a:rPr lang="en-US" b="1" dirty="0"/>
              <a:t>how new versions of an application are released</a:t>
            </a:r>
            <a:r>
              <a:rPr lang="en-US" dirty="0"/>
              <a:t> without affecting users or by minimizing downtime.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Key impact: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Risk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Rollback speed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experience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Cost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In AWS, these patterns apply across </a:t>
            </a:r>
            <a:r>
              <a:rPr lang="en-US" b="1" dirty="0"/>
              <a:t>EC2, Lambda</a:t>
            </a:r>
            <a:r>
              <a:rPr lang="en-US" dirty="0"/>
              <a:t>, </a:t>
            </a:r>
            <a:r>
              <a:rPr lang="en-US" b="1" dirty="0"/>
              <a:t>ECS/Fargate</a:t>
            </a:r>
            <a:r>
              <a:rPr lang="en-US" dirty="0"/>
              <a:t>, </a:t>
            </a:r>
            <a:r>
              <a:rPr lang="en-US" b="1" dirty="0"/>
              <a:t>EKS</a:t>
            </a:r>
            <a:r>
              <a:rPr lang="en-US" dirty="0"/>
              <a:t> and </a:t>
            </a:r>
            <a:r>
              <a:rPr lang="en-US" b="1" dirty="0"/>
              <a:t>API Gateway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A3AA-F167-E46B-4064-40796873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210BFB-421B-9B3D-8F1B-287EFB6CE910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Mutable Deployments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C1910-DB13-D4BF-A923-7AB7AA0730FC}"/>
              </a:ext>
            </a:extLst>
          </p:cNvPr>
          <p:cNvSpPr txBox="1"/>
          <p:nvPr/>
        </p:nvSpPr>
        <p:spPr>
          <a:xfrm>
            <a:off x="609599" y="1102578"/>
            <a:ext cx="601980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</a:t>
            </a:r>
            <a:r>
              <a:rPr lang="en-US" sz="1400" dirty="0"/>
              <a:t> Update existing infrastructure in-place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How it works:</a:t>
            </a:r>
            <a:endParaRPr lang="en-US" sz="14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Modify running servers/containers directly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Apply patches/updates to same instance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Same instance ID remains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Pros: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Fast deployment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Low resource usage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Cons: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Configuration drift over 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Hard to rollback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Inconsistent state across instances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E6B5A-5607-506B-9896-B3ED364F26F8}"/>
              </a:ext>
            </a:extLst>
          </p:cNvPr>
          <p:cNvSpPr txBox="1"/>
          <p:nvPr/>
        </p:nvSpPr>
        <p:spPr>
          <a:xfrm>
            <a:off x="6934199" y="1186542"/>
            <a:ext cx="4539343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Implementation: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SSH into EC2 and update application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CI/CD pipeline updates code on existing instances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Script-based updates on running servers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When to use: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Legacy systems</a:t>
            </a:r>
            <a:r>
              <a:rPr lang="en-US" sz="1400" dirty="0"/>
              <a:t> (this is the old way)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Dev/test environments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Low-risk updates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Note:</a:t>
            </a:r>
            <a:r>
              <a:rPr lang="en-US" sz="1400" dirty="0"/>
              <a:t> While EC2 deployments via CI/CD </a:t>
            </a:r>
            <a:r>
              <a:rPr lang="en-US" sz="1400" b="1" dirty="0"/>
              <a:t>can</a:t>
            </a:r>
            <a:r>
              <a:rPr lang="en-US" sz="1400" dirty="0"/>
              <a:t> be mutable (updating existing instances), this is now considered </a:t>
            </a:r>
            <a:r>
              <a:rPr lang="en-US" sz="1400" b="1" dirty="0"/>
              <a:t>legacy practice</a:t>
            </a:r>
            <a:r>
              <a:rPr lang="en-US" sz="1400" dirty="0"/>
              <a:t> for production. Modern EC2 deployments should use immutable patterns.</a:t>
            </a:r>
          </a:p>
          <a:p>
            <a:pPr>
              <a:spcBef>
                <a:spcPts val="600"/>
              </a:spcBef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47212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EA14F-E077-75FF-A03F-24757D6E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84E018-9C5B-280E-C970-11A83F6EDD98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Immutable Deployment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B2EB8-22C6-9BAF-785E-2008163DF9E5}"/>
              </a:ext>
            </a:extLst>
          </p:cNvPr>
          <p:cNvSpPr txBox="1"/>
          <p:nvPr/>
        </p:nvSpPr>
        <p:spPr>
          <a:xfrm>
            <a:off x="609599" y="1102578"/>
            <a:ext cx="6019801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</a:t>
            </a:r>
            <a:r>
              <a:rPr lang="en-US" sz="1400" dirty="0"/>
              <a:t> Replace infrastructure with new version instead of modifying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How it works:</a:t>
            </a:r>
            <a:endParaRPr lang="en-US" sz="14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Launch new instances/containers with new version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Terminate old ones after validation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Each deployment = fresh infrastructure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New instance IDs created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Pros: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configuration drift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Easy rollback (keep old version)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Guaranteed consistency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Modern best practice</a:t>
            </a:r>
            <a:endParaRPr lang="en-US" sz="1400" dirty="0"/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Cons: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Slower than mutable (provision new resources)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Temporarily uses 2x resources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CAD36-7804-7243-E98F-677697E3CF76}"/>
              </a:ext>
            </a:extLst>
          </p:cNvPr>
          <p:cNvSpPr txBox="1"/>
          <p:nvPr/>
        </p:nvSpPr>
        <p:spPr>
          <a:xfrm>
            <a:off x="6629399" y="920652"/>
            <a:ext cx="5388429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b="1" dirty="0"/>
              <a:t>Implementation: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EC2 with AMI (Modern Approach):</a:t>
            </a:r>
            <a:endParaRPr lang="en-US" sz="12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Build new AMI with application v2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Update Auto Scaling Group launch template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ASG gradually replaces instances (instance refresh)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New instances launched, old terminated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ECS/EKS:</a:t>
            </a:r>
            <a:endParaRPr lang="en-US" sz="12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Create new task definition (v2) / Deployment with latest image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Deploy new tasks / deployment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Drain and stop old tasks / pods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Lambda:</a:t>
            </a:r>
            <a:endParaRPr lang="en-US" sz="12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Publish new version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Update alias to point to new version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Keep old version for rollback</a:t>
            </a:r>
          </a:p>
          <a:p>
            <a:pPr>
              <a:spcBef>
                <a:spcPts val="600"/>
              </a:spcBef>
            </a:pPr>
            <a:endParaRPr lang="en-US" sz="1200" b="1" dirty="0"/>
          </a:p>
          <a:p>
            <a:pPr>
              <a:spcBef>
                <a:spcPts val="600"/>
              </a:spcBef>
            </a:pPr>
            <a:r>
              <a:rPr lang="en-US" sz="1200" b="1" dirty="0"/>
              <a:t>When to use:</a:t>
            </a:r>
            <a:endParaRPr lang="en-US" sz="12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Production deployments (recommended)</a:t>
            </a:r>
            <a:endParaRPr lang="en-US" sz="12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Containerized apps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Serverless applications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Any modern cloud-native application</a:t>
            </a:r>
          </a:p>
        </p:txBody>
      </p:sp>
    </p:spTree>
    <p:extLst>
      <p:ext uri="{BB962C8B-B14F-4D97-AF65-F5344CB8AC3E}">
        <p14:creationId xmlns:p14="http://schemas.microsoft.com/office/powerpoint/2010/main" val="3432709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274321"/>
            <a:ext cx="71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Blue/Green Deployments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1" y="1010705"/>
            <a:ext cx="5320724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 </a:t>
            </a:r>
            <a:r>
              <a:rPr lang="en-US" sz="1400" dirty="0"/>
              <a:t>Two identical environments (Blue = current, Green = new)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How it works:</a:t>
            </a:r>
            <a:endParaRPr lang="en-IN" sz="14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400" dirty="0"/>
              <a:t>Blue environment serves production traffic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400" dirty="0"/>
              <a:t>Deploy new version to Green environment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400" dirty="0"/>
              <a:t>Test Green thoroughly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400" dirty="0"/>
              <a:t>Switch traffic: Blue -&gt; Green (instant cutover)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400" dirty="0"/>
              <a:t>Keep Blue for quick rollback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Pros:</a:t>
            </a:r>
            <a:endParaRPr lang="en-IN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Zero downtime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Instant rollback (switch back to Blue)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Full testing before cutover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Safe for major changes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Cons:</a:t>
            </a:r>
            <a:endParaRPr lang="en-IN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2x infrastructure cost during deployment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Database migrations need careful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62102-B192-F928-322E-9E6E8FCAFF3C}"/>
              </a:ext>
            </a:extLst>
          </p:cNvPr>
          <p:cNvSpPr txBox="1"/>
          <p:nvPr/>
        </p:nvSpPr>
        <p:spPr>
          <a:xfrm>
            <a:off x="6096000" y="940757"/>
            <a:ext cx="5636411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Implementation: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a) ALB with Target Groups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Setup: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dirty="0"/>
              <a:t>Create Blue Target Group (current instances)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Create Green Target Group (new instances)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ALB listener forwards to one target group at a time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Cutover: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dirty="0"/>
              <a:t>Modify ALB listener rule to point to Green Target Group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Traffic instantly switches to Green instances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Rollback: Switch listener back to Blue Target Group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b) EC2 Auto Scaling Groups</a:t>
            </a:r>
          </a:p>
          <a:p>
            <a:pPr>
              <a:spcBef>
                <a:spcPts val="600"/>
              </a:spcBef>
            </a:pPr>
            <a:r>
              <a:rPr lang="en-IN" sz="1400" b="1" dirty="0"/>
              <a:t>Setup:</a:t>
            </a: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dirty="0"/>
              <a:t>Blue ASG with Launch Template (AMI v1.0)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Green ASG with Launch Template (AMI v2.0)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Both attached to separate target groups</a:t>
            </a:r>
          </a:p>
          <a:p>
            <a:pPr>
              <a:spcBef>
                <a:spcPts val="600"/>
              </a:spcBef>
            </a:pPr>
            <a:r>
              <a:rPr lang="en-IN" sz="1400" b="1" dirty="0"/>
              <a:t>Cutover:</a:t>
            </a: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dirty="0"/>
              <a:t>Method 1: Update ALB listener to Green Target Group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Method 2: Swap target groups between ASGs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Scale down Blue ASG after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1B300-19F9-F699-7D1E-658B498F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4FFB69-6FA9-98C7-BC7B-78C6012400BE}"/>
              </a:ext>
            </a:extLst>
          </p:cNvPr>
          <p:cNvSpPr txBox="1"/>
          <p:nvPr/>
        </p:nvSpPr>
        <p:spPr>
          <a:xfrm>
            <a:off x="457201" y="274321"/>
            <a:ext cx="71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Canary Deployments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9054B-4AFB-F1BA-639B-083FAA5B98E7}"/>
              </a:ext>
            </a:extLst>
          </p:cNvPr>
          <p:cNvSpPr txBox="1"/>
          <p:nvPr/>
        </p:nvSpPr>
        <p:spPr>
          <a:xfrm>
            <a:off x="557561" y="1071801"/>
            <a:ext cx="6627009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 </a:t>
            </a:r>
            <a:r>
              <a:rPr lang="en-US" sz="1400" dirty="0"/>
              <a:t>Release to small % of users -&gt; observe -&gt; gradually increase traffic -&gt; full rollout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Flow:</a:t>
            </a:r>
            <a:r>
              <a:rPr lang="en-US" sz="1400" dirty="0"/>
              <a:t> 5% -&gt; 10% -&gt; 25% -&gt; 50% -&gt; 100% (or rollback if issues detected)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How It Works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Deploy new version alongside old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Route small % of traffic to new version (canary)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Monitor metrics (errors, latency, business KPIs)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If healthy: gradually increase %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If issues: instant rollback (remove canary)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Pros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Early issue detection (limited blast radius)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Real production testing with live traffic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Automated rollback based on metrics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Old and new versions run simultaneously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Requires robust monitoring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Database must be backward-compatible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90CDF-D0E8-709C-95B0-821FC9A87B12}"/>
              </a:ext>
            </a:extLst>
          </p:cNvPr>
          <p:cNvSpPr txBox="1"/>
          <p:nvPr/>
        </p:nvSpPr>
        <p:spPr>
          <a:xfrm>
            <a:off x="7649741" y="1071801"/>
            <a:ext cx="4128602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Implementations: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a.) ALB Weighted Target Groups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Create two target groups: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Target Group 1 (old version): weight 90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Target Group 2 (new version): weight 10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ALB distributes traffic proportionally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Monitor health checks and application metrics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Adjust weights gradually until 100% on new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b) Route 53 Weighted Routing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Create two weighted records for same domain: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Record 1 (old): weight 90 -&gt; points to old environment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Record 2 (new): weight 10 -&gt; points to new environment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DNS returns both based on weight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Adjust weights over 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Delete old record at 100% cutover</a:t>
            </a:r>
          </a:p>
        </p:txBody>
      </p:sp>
    </p:spTree>
    <p:extLst>
      <p:ext uri="{BB962C8B-B14F-4D97-AF65-F5344CB8AC3E}">
        <p14:creationId xmlns:p14="http://schemas.microsoft.com/office/powerpoint/2010/main" val="3340682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1BFD8-E489-44D8-0D7A-261555B2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919AC0-2569-F71E-A269-C919AF3A3BDB}"/>
              </a:ext>
            </a:extLst>
          </p:cNvPr>
          <p:cNvSpPr txBox="1"/>
          <p:nvPr/>
        </p:nvSpPr>
        <p:spPr>
          <a:xfrm>
            <a:off x="457201" y="274321"/>
            <a:ext cx="10308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Rolling Deployments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91CC6-D90C-EDC6-0512-04F15DA3C69C}"/>
              </a:ext>
            </a:extLst>
          </p:cNvPr>
          <p:cNvSpPr txBox="1"/>
          <p:nvPr/>
        </p:nvSpPr>
        <p:spPr>
          <a:xfrm>
            <a:off x="644646" y="1360712"/>
            <a:ext cx="5320724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</a:t>
            </a:r>
            <a:r>
              <a:rPr lang="en-US" sz="1400" dirty="0"/>
              <a:t> Gradually replace old instances/containers with new ones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How it works: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Keep minimum healthy capacity (e.g., 75%)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Stop 25% of old instances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Start 25% of new instances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Wait for health checks to pass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Repeat until all replaced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Pros: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downtime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Controlled pace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extra infrastructure needed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Easy to automate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Cons: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Old and new versions coexist temporarily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Not safe for breaking changes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BA51C-774D-008B-4A2F-F5330E62258F}"/>
              </a:ext>
            </a:extLst>
          </p:cNvPr>
          <p:cNvSpPr txBox="1"/>
          <p:nvPr/>
        </p:nvSpPr>
        <p:spPr>
          <a:xfrm>
            <a:off x="6096000" y="1295399"/>
            <a:ext cx="563641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Implementations: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a) EC2 Auto Scaling Group: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Update Launch Template/Config with new AMI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Trigger instance refresh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ASG terminates old instances gradually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Launches new instances with new AMI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Respects minimum healthy capacity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b) EKS Rolling Update: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Update Deployment manifest with new image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Kubernetes gradually replaces pods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Configure </a:t>
            </a:r>
            <a:r>
              <a:rPr lang="en-US" sz="1400" dirty="0" err="1"/>
              <a:t>maxSurge</a:t>
            </a:r>
            <a:r>
              <a:rPr lang="en-US" sz="1400" dirty="0"/>
              <a:t> and </a:t>
            </a:r>
            <a:r>
              <a:rPr lang="en-US" sz="1400" dirty="0" err="1"/>
              <a:t>maxUnavailable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Example: Replace 25% at a time</a:t>
            </a:r>
          </a:p>
        </p:txBody>
      </p:sp>
    </p:spTree>
    <p:extLst>
      <p:ext uri="{BB962C8B-B14F-4D97-AF65-F5344CB8AC3E}">
        <p14:creationId xmlns:p14="http://schemas.microsoft.com/office/powerpoint/2010/main" val="2107568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ACDFA-305B-7ECB-4828-B48FE07A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74869C-023D-0F34-2524-DABB293EBD4A}"/>
              </a:ext>
            </a:extLst>
          </p:cNvPr>
          <p:cNvSpPr txBox="1"/>
          <p:nvPr/>
        </p:nvSpPr>
        <p:spPr>
          <a:xfrm>
            <a:off x="457201" y="274321"/>
            <a:ext cx="10308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In-Place Deployments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552FE-DA40-E74F-E4EA-B3BBEEA0A3E1}"/>
              </a:ext>
            </a:extLst>
          </p:cNvPr>
          <p:cNvSpPr txBox="1"/>
          <p:nvPr/>
        </p:nvSpPr>
        <p:spPr>
          <a:xfrm>
            <a:off x="644646" y="1360712"/>
            <a:ext cx="5320724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</a:t>
            </a:r>
            <a:r>
              <a:rPr lang="en-US" sz="1400" dirty="0"/>
              <a:t> Restart application on existing infrastructure without replacing instances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How it works:</a:t>
            </a:r>
            <a:endParaRPr lang="en-US" sz="14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Pull new code to existing server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Restart application process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Same server continues running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Pros: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Fastest deployment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new resources needed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Minimal infrastructure changes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Cons: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HIGH RISK - difficult rollback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Configuration drift accumulates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Application downtime during restart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All instances affected simultaneously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FF91B-A4F9-CFBE-5E31-F35B6D945AFC}"/>
              </a:ext>
            </a:extLst>
          </p:cNvPr>
          <p:cNvSpPr txBox="1"/>
          <p:nvPr/>
        </p:nvSpPr>
        <p:spPr>
          <a:xfrm>
            <a:off x="6096000" y="1295399"/>
            <a:ext cx="5636411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Implementation: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Download new code via git pull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Restart application (</a:t>
            </a:r>
            <a:r>
              <a:rPr lang="en-US" sz="1400" dirty="0" err="1"/>
              <a:t>systemctl</a:t>
            </a:r>
            <a:r>
              <a:rPr lang="en-US" sz="1400" dirty="0"/>
              <a:t> restart app)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Update running containers (docker restart)</a:t>
            </a:r>
          </a:p>
        </p:txBody>
      </p:sp>
    </p:spTree>
    <p:extLst>
      <p:ext uri="{BB962C8B-B14F-4D97-AF65-F5344CB8AC3E}">
        <p14:creationId xmlns:p14="http://schemas.microsoft.com/office/powerpoint/2010/main" val="3474312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2828</TotalTime>
  <Words>1006</Words>
  <Application>Microsoft Office PowerPoint</Application>
  <PresentationFormat>Widescreen</PresentationFormat>
  <Paragraphs>208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Deployment Strategies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68</cp:revision>
  <dcterms:created xsi:type="dcterms:W3CDTF">2025-11-27T20:35:07Z</dcterms:created>
  <dcterms:modified xsi:type="dcterms:W3CDTF">2025-12-06T23:24:04Z</dcterms:modified>
</cp:coreProperties>
</file>